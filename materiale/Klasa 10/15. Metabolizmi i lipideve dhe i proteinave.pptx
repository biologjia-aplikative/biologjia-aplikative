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71C7-CC1D-918C-D65D-58806D866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1766E4-53AE-86C7-EBFF-70A35DA03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923E8-6CDA-376F-4DBD-EBBEFD85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19A95-1B37-8BB7-6F20-EAE4383F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8F003-C13F-6423-BE3B-10A223DB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54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586A-1BEB-093C-201D-BACB2956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85F84-5C1F-409C-7080-0E59E09A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003BC-13F6-5A0F-76D9-147CFAE69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84EE7-068C-018E-B9CB-A7286179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FBF4E-D3F6-2E8B-DC0C-08479B14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81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A5AA-9B5C-DFD2-DAC6-14395496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69C6B-1F7B-704F-3469-42FE96925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321DE-509C-A65A-C2B2-0EEA301A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E5B61-DF32-CC17-6ACB-599D971FE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34142-512F-160B-93AF-26CBC16BE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73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26C46-B384-B0E4-21DA-9498CD713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5FF6B-7AED-076B-3909-EEA7D74C0F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04E74-3D5C-2BC0-C9AF-E1EA6752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BADB2-DF96-247B-AD3D-116F29EA1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7A1BA-E55B-E4C8-408D-1F4AB2D80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36FA4-7613-719B-FFC0-871BED7B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5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CC3A-32A4-9380-3933-7E3D8AEFF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3087F-278F-D356-64A5-932117013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CBBC9-CF69-E0F7-D62B-6C9D34221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0F796-7FB3-2C8F-34CD-37AAA24A3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138AC-5030-7F53-47C5-1334C7371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3A7714-0687-8985-41D8-55D30F0D3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8D2E0-C359-2EC9-41F5-BC5ACC22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8F3039-F33C-4E12-FF17-11EED60B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1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4E0AA-1011-493E-0D72-37EEAB6A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D5323-205B-E5B6-8BCB-400E32B2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85D15-6596-4FF3-E1EA-EAB9F194E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A97BC-B16C-D578-AB30-49A062CC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72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27C14-69C9-D723-2666-BF272788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9B810-2C37-1F7D-3746-8A585B70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CBB4E-9813-2F70-5A65-9C183460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6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08AA-D868-8A44-2F5E-FFD493CB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5A43-F16F-0FB3-F06D-228333168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320B0-694A-B265-E18B-8AF2BA7B5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F3F40-2FCD-59BF-6B08-8CBA52C62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73681-C65B-504A-414B-1566736FF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0F919-698C-CC4F-369F-5F7313C1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6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F4F76-8F71-8A59-83E6-216A1CFB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0D554-F3BF-B0F9-64D7-072932BF3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24284-B8D0-D618-A2E9-E7B59E44C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556CD-AB7C-D761-B33A-AC3D9E914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8FC3B-BADD-7E78-2538-2CB898E87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B4B71-B94A-A2F2-C605-AE83A2E8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41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4D013-1401-B0A6-E15A-5DAAB9344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1CB07-1890-DECC-DB16-C8F7F09B9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C02B5-36B8-36EE-5127-B01C01F0B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E04BE-54AB-12EE-7FA7-A758581B6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2F147-878C-02A6-9810-69CC97CB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68A56-CC21-49B7-EB1A-4116D07C8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41D1A-7A4C-2D1B-176D-F2CEB992C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70EB2-EFC5-FFC7-AF70-F38FE7531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688BD-CA7F-72FB-826E-F433EE16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92F7-085A-28B9-E363-8E22D10A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64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E7B80-AAA0-ED53-02BD-9F2611A4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C611A-A89E-055E-64AB-D8570F220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DC69B-43CF-3C8F-D8D9-AC0A09E38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18AB8-BCE9-43D0-8FCA-62E10B5403E5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241AE-BAF5-4CDB-FA00-60098B91D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92E95-A4F9-32D3-FF18-5E72FC979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8D02E-F6E9-4A3B-8FD9-1BC3A82D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6E00DF-01E6-70E3-2219-E928B4759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209550"/>
            <a:ext cx="1198245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52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90B39B-16DC-F6C4-151A-61AC3C581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204787"/>
            <a:ext cx="11811000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3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200F23-A2AE-08B5-2B43-A47EE9053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2387"/>
            <a:ext cx="11125200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00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5075E4-0D8F-B1AA-D091-D62443040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" y="376237"/>
            <a:ext cx="1191577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08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E9D618-9915-F777-536A-F6DD27EED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9525"/>
            <a:ext cx="10506075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36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E4A53F-CFB4-867A-3174-79A623C31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9075"/>
            <a:ext cx="11734800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87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8F8FF0-EE4E-C647-412E-69F5506AA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366712"/>
            <a:ext cx="12182475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10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906962-CE73-1B58-C2AA-1C07E2C2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290512"/>
            <a:ext cx="11811000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41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1D4946-806D-FA53-01F6-915981271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0"/>
            <a:ext cx="9448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5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CFFB77-A0EC-D8E5-D3CD-CD4E71F32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38125"/>
            <a:ext cx="11620500" cy="63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42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ardianhyseni61@gmail.com</dc:creator>
  <cp:lastModifiedBy>ardianhyseni61@gmail.com</cp:lastModifiedBy>
  <cp:revision>5</cp:revision>
  <dcterms:created xsi:type="dcterms:W3CDTF">2023-02-07T13:21:09Z</dcterms:created>
  <dcterms:modified xsi:type="dcterms:W3CDTF">2023-02-07T13:47:49Z</dcterms:modified>
</cp:coreProperties>
</file>